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ldMasterIdLst>
    <p:sldMasterId id="214748372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snapVertSplitter="1">
    <p:restoredLeft sz="12579"/>
    <p:restoredTop sz="90000"/>
  </p:normalViewPr>
  <p:slideViewPr>
    <p:cSldViewPr snapToGrid="0" snapToObjects="1">
      <p:cViewPr varScale="1">
        <p:scale>
          <a:sx n="100" d="100"/>
          <a:sy n="100" d="100"/>
        </p:scale>
        <p:origin x="0" y="0"/>
      </p:cViewPr>
      <p:guideLst>
        <p:guide orient="horz" pos="2159"/>
        <p:guide pos="3839"/>
      </p:guideLst>
    </p:cSldViewPr>
  </p:slideViewPr>
  <p:notesTextViewPr>
    <p:cViewPr>
      <p:scale>
        <a:sx n="100" d="100"/>
        <a:sy n="100" d="100"/>
      </p:scale>
      <p:origin x="0" y="0"/>
    </p:cViewPr>
  </p:notesText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presProps" Target="presProps.xml"  /><Relationship Id="rId16" Type="http://schemas.openxmlformats.org/officeDocument/2006/relationships/viewProps" Target="viewProps.xml"  /><Relationship Id="rId17" Type="http://schemas.openxmlformats.org/officeDocument/2006/relationships/theme" Target="theme/theme1.xml"  /><Relationship Id="rId18" Type="http://schemas.openxmlformats.org/officeDocument/2006/relationships/tableStyles" Target="tableStyles.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idx="0"/>
          </p:nvPr>
        </p:nvSpPr>
        <p:spPr>
          <a:xfrm>
            <a:off x="914399" y="2130425"/>
            <a:ext cx="10363198" cy="1470025"/>
          </a:xfrm>
        </p:spPr>
        <p:txBody>
          <a:bodyPr/>
          <a:lstStyle/>
          <a:p>
            <a:r>
              <a:rPr lang="ko-KR" altLang="en-US" smtClean="0"/>
              <a:t>마스터 제목 스타일 편집</a:t>
            </a:r>
            <a:endParaRPr lang="ko-KR" altLang="en-US"/>
          </a:p>
        </p:txBody>
      </p:sp>
      <p:sp>
        <p:nvSpPr>
          <p:cNvPr id="3" name="부제목 2"/>
          <p:cNvSpPr>
            <a:spLocks noGrp="1"/>
          </p:cNvSpPr>
          <p:nvPr>
            <p:ph type="subTitle" idx="1"/>
          </p:nvPr>
        </p:nvSpPr>
        <p:spPr>
          <a:xfrm>
            <a:off x="1828799" y="3886200"/>
            <a:ext cx="8534399"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smtClean="0"/>
              <a:t>마스터 부제목 스타일 편집</a:t>
            </a:r>
            <a:endParaRPr lang="ko-KR" altLang="en-US"/>
          </a:p>
        </p:txBody>
      </p:sp>
      <p:sp>
        <p:nvSpPr>
          <p:cNvPr id="4" name="날짜 개체 틀 3"/>
          <p:cNvSpPr>
            <a:spLocks noGrp="1"/>
          </p:cNvSpPr>
          <p:nvPr>
            <p:ph type="dt" sz="half" idx="10"/>
          </p:nvPr>
        </p:nvSpPr>
        <p:spPr/>
        <p:txBody>
          <a:bodyPr/>
          <a:lstStyle/>
          <a:p>
            <a:fld id="{940A130E-E3B8-4EBE-931F-81B26B8448AA}" type="datetime1">
              <a:rPr lang="ko-KR" altLang="en-US" smtClean="0"/>
              <a:pPr/>
              <a:t>2009-12-07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00C6A38-4290-41DD-B95C-4155372FD4AF}" type="slidenum">
              <a:rPr lang="ko-KR" altLang="en-US" smtClean="0"/>
              <a:pPr/>
              <a:t>‹#›</a:t>
            </a:fld>
            <a:endParaRPr lang="ko-KR" altLang="en-US"/>
          </a:p>
        </p:txBody>
      </p:sp>
    </p:spTree>
  </p:cSld>
  <p:clrMapOvr>
    <a:masterClrMapping/>
  </p:clrMapOvr>
</p:sldLayout>
</file>

<file path=ppt/slideLayouts/slideLayout2.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4953836A-82A3-4C8B-9D31-CD724F3673ED}" type="datetime1">
              <a:rPr lang="ko-KR" altLang="en-US" smtClean="0"/>
              <a:pPr/>
              <a:t>2009-12-07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AD22CD3B-FDDF-4998-970C-76E6E0BEC65F}" type="slidenum">
              <a:rPr lang="ko-KR" altLang="en-US" smtClean="0"/>
              <a:pPr/>
              <a:t>‹#›</a:t>
            </a:fld>
            <a:endParaRPr lang="ko-KR" altLang="en-US"/>
          </a:p>
        </p:txBody>
      </p:sp>
    </p:spTree>
  </p:cSld>
  <p:clrMapOvr>
    <a:masterClrMapping/>
  </p:clrMapOvr>
</p:sldLayout>
</file>

<file path=ppt/slideLayouts/slideLayout3.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type="blank" preserve="1">
  <p:cSld name="빈 화면">
    <p:spTree>
      <p:nvGrpSpPr>
        <p:cNvPr id="1" name=""/>
        <p:cNvGrpSpPr/>
        <p:nvPr/>
      </p:nvGrpSpPr>
      <p:grpSpPr>
        <a:xfrm>
          <a:off x="0" y="0"/>
          <a:ext cx="0" cy="0"/>
          <a:chOff x="0" y="0"/>
          <a:chExt cx="0" cy="0"/>
        </a:xfrm>
      </p:grpSpPr>
      <p:sp>
        <p:nvSpPr>
          <p:cNvPr id="2" name="날짜 개체 틀 3"/>
          <p:cNvSpPr>
            <a:spLocks noGrp="1"/>
          </p:cNvSpPr>
          <p:nvPr>
            <p:ph type="dt" sz="half" idx="10"/>
          </p:nvPr>
        </p:nvSpPr>
        <p:spPr/>
        <p:txBody>
          <a:bodyPr/>
          <a:lstStyle/>
          <a:p>
            <a:fld id="{AD2EBAF6-36D0-4DD8-B695-D4C1B37E35D6}" type="datetime1">
              <a:rPr lang="ko-KR" altLang="en-US" smtClean="0"/>
              <a:pPr/>
              <a:t>2009-12-07</a:t>
            </a:fld>
            <a:endParaRPr lang="ko-KR" altLang="en-US"/>
          </a:p>
        </p:txBody>
      </p:sp>
      <p:sp>
        <p:nvSpPr>
          <p:cNvPr id="3" name="바닥글 개체 틀 4"/>
          <p:cNvSpPr>
            <a:spLocks noGrp="1"/>
          </p:cNvSpPr>
          <p:nvPr>
            <p:ph type="ftr" sz="quarter" idx="11"/>
          </p:nvPr>
        </p:nvSpPr>
        <p:spPr/>
        <p:txBody>
          <a:bodyPr/>
          <a:lstStyle/>
          <a:p>
            <a:endParaRPr lang="ko-KR" altLang="en-US"/>
          </a:p>
        </p:txBody>
      </p:sp>
      <p:sp>
        <p:nvSpPr>
          <p:cNvPr id="4" name="슬라이드 번호 개체 틀 5"/>
          <p:cNvSpPr>
            <a:spLocks noGrp="1"/>
          </p:cNvSpPr>
          <p:nvPr>
            <p:ph type="sldNum" sz="quarter" idx="12"/>
          </p:nvPr>
        </p:nvSpPr>
        <p:spPr/>
        <p:txBody>
          <a:bodyPr/>
          <a:lstStyle/>
          <a:p>
            <a:fld id="{AD22CD3B-FDDF-4998-970C-76E6E0BEC65F}" type="slidenum">
              <a:rPr lang="ko-KR" altLang="en-US" smtClean="0"/>
              <a:pPr/>
              <a:t>‹#›</a:t>
            </a:fld>
            <a:endParaRPr lang="ko-KR" altLang="en-US"/>
          </a:p>
        </p:txBody>
      </p:sp>
    </p:spTree>
  </p:cSld>
  <p:clrMapOvr>
    <a:masterClrMapping/>
  </p:clrMapOvr>
</p:sldLayout>
</file>

<file path=ppt/slideLayouts/slideLayout4.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idx="0"/>
          </p:nvPr>
        </p:nvSpPr>
        <p:spPr>
          <a:xfrm>
            <a:off x="963083" y="4406900"/>
            <a:ext cx="10363198" cy="1362075"/>
          </a:xfrm>
        </p:spPr>
        <p:txBody>
          <a:bodyPr anchor="t"/>
          <a:lstStyle>
            <a:lvl1pPr algn="l">
              <a:defRPr sz="4000" b="1" cap="all"/>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963083" y="2906713"/>
            <a:ext cx="10363198"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smtClean="0"/>
              <a:t>마스터 텍스트 스타일을 편집합니다</a:t>
            </a:r>
          </a:p>
        </p:txBody>
      </p:sp>
      <p:sp>
        <p:nvSpPr>
          <p:cNvPr id="4" name="날짜 개체 틀 3"/>
          <p:cNvSpPr>
            <a:spLocks noGrp="1"/>
          </p:cNvSpPr>
          <p:nvPr>
            <p:ph type="dt" sz="half" idx="10"/>
          </p:nvPr>
        </p:nvSpPr>
        <p:spPr/>
        <p:txBody>
          <a:bodyPr/>
          <a:lstStyle/>
          <a:p>
            <a:fld id="{60728D28-603B-4EFC-80F8-17E5E9107035}" type="datetime1">
              <a:rPr lang="ko-KR" altLang="en-US" smtClean="0"/>
              <a:pPr/>
              <a:t>2009-12-07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AD22CD3B-FDDF-4998-970C-76E6E0BEC65F}" type="slidenum">
              <a:rPr lang="ko-KR" altLang="en-US" smtClean="0"/>
              <a:pPr/>
              <a:t>‹#›</a:t>
            </a:fld>
            <a:endParaRPr lang="ko-KR" altLang="en-US"/>
          </a:p>
        </p:txBody>
      </p:sp>
    </p:spTree>
  </p:cSld>
  <p:clrMapOvr>
    <a:masterClrMapping/>
  </p:clrMapOvr>
</p:sldLayout>
</file>

<file path=ppt/slideLayouts/slideLayout5.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type="twoObj" preserve="1">
  <p:cSld name="내용 2개">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609599" y="1600200"/>
            <a:ext cx="5384799"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2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6197599" y="1600200"/>
            <a:ext cx="5384799"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2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날짜 개체 틀 3"/>
          <p:cNvSpPr>
            <a:spLocks noGrp="1"/>
          </p:cNvSpPr>
          <p:nvPr>
            <p:ph type="dt" sz="half" idx="10"/>
          </p:nvPr>
        </p:nvSpPr>
        <p:spPr/>
        <p:txBody>
          <a:bodyPr/>
          <a:lstStyle/>
          <a:p>
            <a:fld id="{A27A1F4E-0809-4239-8034-C38E431DAF92}" type="datetime1">
              <a:rPr lang="ko-KR" altLang="en-US" smtClean="0"/>
              <a:pPr/>
              <a:t>2009-12-07</a:t>
            </a:fld>
            <a:endParaRPr lang="ko-KR" altLang="en-US"/>
          </a:p>
        </p:txBody>
      </p:sp>
      <p:sp>
        <p:nvSpPr>
          <p:cNvPr id="6" name="바닥글 개체 틀 4"/>
          <p:cNvSpPr>
            <a:spLocks noGrp="1"/>
          </p:cNvSpPr>
          <p:nvPr>
            <p:ph type="ftr" sz="quarter" idx="11"/>
          </p:nvPr>
        </p:nvSpPr>
        <p:spPr/>
        <p:txBody>
          <a:bodyPr/>
          <a:lstStyle/>
          <a:p>
            <a:endParaRPr lang="ko-KR" altLang="en-US"/>
          </a:p>
        </p:txBody>
      </p:sp>
      <p:sp>
        <p:nvSpPr>
          <p:cNvPr id="7" name="슬라이드 번호 개체 틀 5"/>
          <p:cNvSpPr>
            <a:spLocks noGrp="1"/>
          </p:cNvSpPr>
          <p:nvPr>
            <p:ph type="sldNum" sz="quarter" idx="12"/>
          </p:nvPr>
        </p:nvSpPr>
        <p:spPr/>
        <p:txBody>
          <a:bodyPr/>
          <a:lstStyle/>
          <a:p>
            <a:fld id="{AD22CD3B-FDDF-4998-970C-76E6E0BEC65F}" type="slidenum">
              <a:rPr lang="ko-KR" altLang="en-US" smtClean="0"/>
              <a:pPr/>
              <a:t>‹#›</a:t>
            </a:fld>
            <a:endParaRPr lang="ko-KR" altLang="en-US"/>
          </a:p>
        </p:txBody>
      </p:sp>
    </p:spTree>
  </p:cSld>
  <p:clrMapOvr>
    <a:masterClrMapping/>
  </p:clrMapOvr>
</p:sldLayout>
</file>

<file path=ppt/slideLayouts/slideLayout6.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r>
              <a:rPr lang="ko-KR" altLang="en-US" smtClean="0"/>
              <a:t>마스터 제목 스타일 편집</a:t>
            </a:r>
            <a:endParaRPr lang="ko-KR" altLang="en-US"/>
          </a:p>
        </p:txBody>
      </p:sp>
      <p:sp>
        <p:nvSpPr>
          <p:cNvPr id="3" name="날짜 개체 틀 3"/>
          <p:cNvSpPr>
            <a:spLocks noGrp="1"/>
          </p:cNvSpPr>
          <p:nvPr>
            <p:ph type="dt" sz="half" idx="10"/>
          </p:nvPr>
        </p:nvSpPr>
        <p:spPr/>
        <p:txBody>
          <a:bodyPr/>
          <a:lstStyle/>
          <a:p>
            <a:fld id="{5E0DA496-7307-4E8B-88DE-CB97B48BAB6F}" type="datetime1">
              <a:rPr lang="ko-KR" altLang="en-US" smtClean="0"/>
              <a:pPr/>
              <a:t>2009-12-07</a:t>
            </a:fld>
            <a:endParaRPr lang="ko-KR" altLang="en-US"/>
          </a:p>
        </p:txBody>
      </p:sp>
      <p:sp>
        <p:nvSpPr>
          <p:cNvPr id="4" name="바닥글 개체 틀 4"/>
          <p:cNvSpPr>
            <a:spLocks noGrp="1"/>
          </p:cNvSpPr>
          <p:nvPr>
            <p:ph type="ftr" sz="quarter" idx="11"/>
          </p:nvPr>
        </p:nvSpPr>
        <p:spPr/>
        <p:txBody>
          <a:bodyPr/>
          <a:lstStyle/>
          <a:p>
            <a:endParaRPr lang="ko-KR" altLang="en-US"/>
          </a:p>
        </p:txBody>
      </p:sp>
      <p:sp>
        <p:nvSpPr>
          <p:cNvPr id="5" name="슬라이드 번호 개체 틀 5"/>
          <p:cNvSpPr>
            <a:spLocks noGrp="1"/>
          </p:cNvSpPr>
          <p:nvPr>
            <p:ph type="sldNum" sz="quarter" idx="12"/>
          </p:nvPr>
        </p:nvSpPr>
        <p:spPr/>
        <p:txBody>
          <a:bodyPr/>
          <a:lstStyle/>
          <a:p>
            <a:fld id="{AD22CD3B-FDDF-4998-970C-76E6E0BEC65F}" type="slidenum">
              <a:rPr lang="ko-KR" altLang="en-US" smtClean="0"/>
              <a:pPr/>
              <a:t>‹#›</a:t>
            </a:fld>
            <a:endParaRPr lang="ko-KR" altLang="en-US"/>
          </a:p>
        </p:txBody>
      </p:sp>
    </p:spTree>
  </p:cSld>
  <p:clrMapOvr>
    <a:masterClrMapping/>
  </p:clrMapOvr>
</p:sldLayout>
</file>

<file path=ppt/slideLayouts/slideLayout7.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type="tbl" preserve="1">
  <p:cSld name="표">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r>
              <a:rPr lang="ko-KR" altLang="en-US" smtClean="0"/>
              <a:t>마스터 제목 스타일 편집</a:t>
            </a:r>
            <a:endParaRPr lang="ko-KR" altLang="en-US"/>
          </a:p>
        </p:txBody>
      </p:sp>
      <p:sp>
        <p:nvSpPr>
          <p:cNvPr id="3" name="표 개체 틀 2"/>
          <p:cNvSpPr>
            <a:spLocks noGrp="1"/>
          </p:cNvSpPr>
          <p:nvPr>
            <p:ph type="tbl" sz="quarter" idx="13"/>
          </p:nvPr>
        </p:nvSpPr>
        <p:spPr>
          <a:xfrm>
            <a:off x="608037" y="1643063"/>
            <a:ext cx="10972798" cy="4525200"/>
          </a:xfrm>
        </p:spPr>
        <p:txBody>
          <a:bodyPr/>
          <a:lstStyle>
            <a:lvl1pPr>
              <a:buFontTx/>
              <a:buNone/>
              <a:defRPr/>
            </a:lvl1pPr>
          </a:lstStyle>
          <a:p>
            <a:r>
              <a:rPr lang="ko-KR" altLang="en-US" smtClean="0"/>
              <a:t>표를 추가하려면 아이콘을 클릭하십시오</a:t>
            </a:r>
            <a:endParaRPr lang="ko-KR" altLang="en-US"/>
          </a:p>
        </p:txBody>
      </p:sp>
      <p:sp>
        <p:nvSpPr>
          <p:cNvPr id="4" name="날짜 개체 틀 3"/>
          <p:cNvSpPr>
            <a:spLocks noGrp="1"/>
          </p:cNvSpPr>
          <p:nvPr>
            <p:ph type="dt" sz="half" idx="10"/>
          </p:nvPr>
        </p:nvSpPr>
        <p:spPr/>
        <p:txBody>
          <a:bodyPr/>
          <a:lstStyle/>
          <a:p>
            <a:fld id="{58721E90-850C-410B-8B89-8394F580CFDA}" type="datetime1">
              <a:rPr lang="ko-KR" altLang="en-US" smtClean="0"/>
              <a:pPr/>
              <a:t>2009-12-07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AD22CD3B-FDDF-4998-970C-76E6E0BEC65F}" type="slidenum">
              <a:rPr lang="ko-KR" altLang="en-US" smtClean="0"/>
              <a:pPr/>
              <a:t>‹#›</a:t>
            </a:fld>
            <a:endParaRPr lang="ko-KR" altLang="en-US"/>
          </a:p>
        </p:txBody>
      </p:sp>
    </p:spTree>
  </p:cSld>
  <p:clrMapOvr>
    <a:masterClrMapping/>
  </p:clrMapOvr>
</p:sldLayout>
</file>

<file path=ppt/slideLayouts/slideLayout8.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type="fourObj" preserve="1">
  <p:cSld name="내용 4개">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r>
              <a:rPr lang="ko-KR" altLang="en-US" smtClean="0"/>
              <a:t>마스터 제목 스타일 편집</a:t>
            </a:r>
            <a:endParaRPr lang="ko-KR" altLang="en-US"/>
          </a:p>
        </p:txBody>
      </p:sp>
      <p:sp>
        <p:nvSpPr>
          <p:cNvPr id="3" name="내용 개체 틀 2"/>
          <p:cNvSpPr>
            <a:spLocks noGrp="1"/>
          </p:cNvSpPr>
          <p:nvPr>
            <p:ph sz="quarter" idx="1"/>
          </p:nvPr>
        </p:nvSpPr>
        <p:spPr>
          <a:xfrm>
            <a:off x="609599" y="1600200"/>
            <a:ext cx="5384799" cy="21960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quarter" idx="2"/>
          </p:nvPr>
        </p:nvSpPr>
        <p:spPr>
          <a:xfrm>
            <a:off x="6197599" y="1600200"/>
            <a:ext cx="5384799" cy="21960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내용 개체 틀 4"/>
          <p:cNvSpPr>
            <a:spLocks noGrp="1"/>
          </p:cNvSpPr>
          <p:nvPr>
            <p:ph sz="quarter" idx="3"/>
          </p:nvPr>
        </p:nvSpPr>
        <p:spPr>
          <a:xfrm>
            <a:off x="608037" y="3984220"/>
            <a:ext cx="5384799" cy="21960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내용 개체 틀 5"/>
          <p:cNvSpPr>
            <a:spLocks noGrp="1"/>
          </p:cNvSpPr>
          <p:nvPr>
            <p:ph sz="quarter" idx="4"/>
          </p:nvPr>
        </p:nvSpPr>
        <p:spPr>
          <a:xfrm>
            <a:off x="6196036" y="3984220"/>
            <a:ext cx="5384799" cy="21960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날짜 개체 틀 3"/>
          <p:cNvSpPr>
            <a:spLocks noGrp="1"/>
          </p:cNvSpPr>
          <p:nvPr>
            <p:ph type="dt" sz="half" idx="10"/>
          </p:nvPr>
        </p:nvSpPr>
        <p:spPr/>
        <p:txBody>
          <a:bodyPr/>
          <a:lstStyle/>
          <a:p>
            <a:fld id="{5ACE7E28-9336-4363-8674-B91477D8F243}" type="datetime1">
              <a:rPr lang="ko-KR" altLang="en-US" smtClean="0"/>
              <a:pPr/>
              <a:t>2009-12-07</a:t>
            </a:fld>
            <a:endParaRPr lang="ko-KR" altLang="en-US"/>
          </a:p>
        </p:txBody>
      </p:sp>
      <p:sp>
        <p:nvSpPr>
          <p:cNvPr id="8" name="바닥글 개체 틀 4"/>
          <p:cNvSpPr>
            <a:spLocks noGrp="1"/>
          </p:cNvSpPr>
          <p:nvPr>
            <p:ph type="ftr" sz="quarter" idx="11"/>
          </p:nvPr>
        </p:nvSpPr>
        <p:spPr/>
        <p:txBody>
          <a:bodyPr/>
          <a:lstStyle/>
          <a:p>
            <a:endParaRPr lang="ko-KR" altLang="en-US"/>
          </a:p>
        </p:txBody>
      </p:sp>
      <p:sp>
        <p:nvSpPr>
          <p:cNvPr id="9" name="슬라이드 번호 개체 틀 5"/>
          <p:cNvSpPr>
            <a:spLocks noGrp="1"/>
          </p:cNvSpPr>
          <p:nvPr>
            <p:ph type="sldNum" sz="quarter" idx="12"/>
          </p:nvPr>
        </p:nvSpPr>
        <p:spPr/>
        <p:txBody>
          <a:bodyPr/>
          <a:lstStyle/>
          <a:p>
            <a:fld id="{AD22CD3B-FDDF-4998-970C-76E6E0BEC65F}" type="slidenum">
              <a:rPr lang="ko-KR" altLang="en-US" smtClean="0"/>
              <a:pPr/>
              <a:t>‹#›</a:t>
            </a:fld>
            <a:endParaRPr lang="ko-KR" altLang="en-US"/>
          </a:p>
        </p:txBody>
      </p:sp>
    </p:spTree>
  </p:cSld>
  <p:clrMapOvr>
    <a:masterClrMapping/>
  </p:clrMapOvr>
</p:sldLayout>
</file>

<file path=ppt/slideLayouts/slideLayout9.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type="picTx" preserve="1">
  <p:cSld name="그림 및 설명">
    <p:spTree>
      <p:nvGrpSpPr>
        <p:cNvPr id="1" name=""/>
        <p:cNvGrpSpPr/>
        <p:nvPr/>
      </p:nvGrpSpPr>
      <p:grpSpPr>
        <a:xfrm>
          <a:off x="0" y="0"/>
          <a:ext cx="0" cy="0"/>
          <a:chOff x="0" y="0"/>
          <a:chExt cx="0" cy="0"/>
        </a:xfrm>
      </p:grpSpPr>
      <p:sp>
        <p:nvSpPr>
          <p:cNvPr id="2" name="제목 1"/>
          <p:cNvSpPr>
            <a:spLocks noGrp="1"/>
          </p:cNvSpPr>
          <p:nvPr>
            <p:ph type="title" idx="0"/>
          </p:nvPr>
        </p:nvSpPr>
        <p:spPr>
          <a:xfrm>
            <a:off x="2389716" y="4800600"/>
            <a:ext cx="7315199" cy="566738"/>
          </a:xfrm>
        </p:spPr>
        <p:txBody>
          <a:bodyPr anchor="b"/>
          <a:lstStyle>
            <a:lvl1pPr algn="l">
              <a:defRPr sz="2000" b="1"/>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2389716" y="612775"/>
            <a:ext cx="7315199"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smtClean="0"/>
              <a:t>그림을 추가하려면 아이콘을 클릭하십시오</a:t>
            </a:r>
            <a:endParaRPr lang="ko-KR" altLang="en-US"/>
          </a:p>
        </p:txBody>
      </p:sp>
      <p:sp>
        <p:nvSpPr>
          <p:cNvPr id="4" name="텍스트 개체 틀 3"/>
          <p:cNvSpPr>
            <a:spLocks noGrp="1"/>
          </p:cNvSpPr>
          <p:nvPr>
            <p:ph type="body" sz="half" idx="2"/>
          </p:nvPr>
        </p:nvSpPr>
        <p:spPr>
          <a:xfrm>
            <a:off x="2389716" y="5367338"/>
            <a:ext cx="7315199"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ko-KR" altLang="en-US" smtClean="0"/>
              <a:t>마스터 텍스트 스타일을 편집합니다</a:t>
            </a:r>
            <a:endParaRPr lang="ko-KR" altLang="en-US"/>
          </a:p>
        </p:txBody>
      </p:sp>
      <p:sp>
        <p:nvSpPr>
          <p:cNvPr id="5" name="날짜 개체 틀 3"/>
          <p:cNvSpPr>
            <a:spLocks noGrp="1"/>
          </p:cNvSpPr>
          <p:nvPr>
            <p:ph type="dt" sz="half" idx="10"/>
          </p:nvPr>
        </p:nvSpPr>
        <p:spPr/>
        <p:txBody>
          <a:bodyPr/>
          <a:lstStyle/>
          <a:p>
            <a:fld id="{5ACE7E28-9336-4363-8674-B91477D8F243}" type="datetime1">
              <a:rPr lang="ko-KR" altLang="en-US" smtClean="0"/>
              <a:pPr/>
              <a:t>2009-12-07</a:t>
            </a:fld>
            <a:endParaRPr lang="ko-KR" altLang="en-US"/>
          </a:p>
        </p:txBody>
      </p:sp>
      <p:sp>
        <p:nvSpPr>
          <p:cNvPr id="6" name="바닥글 개체 틀 4"/>
          <p:cNvSpPr>
            <a:spLocks noGrp="1"/>
          </p:cNvSpPr>
          <p:nvPr>
            <p:ph type="ftr" sz="quarter" idx="11"/>
          </p:nvPr>
        </p:nvSpPr>
        <p:spPr/>
        <p:txBody>
          <a:bodyPr/>
          <a:lstStyle/>
          <a:p>
            <a:endParaRPr lang="ko-KR" altLang="en-US"/>
          </a:p>
        </p:txBody>
      </p:sp>
      <p:sp>
        <p:nvSpPr>
          <p:cNvPr id="7" name="슬라이드 번호 개체 틀 5"/>
          <p:cNvSpPr>
            <a:spLocks noGrp="1"/>
          </p:cNvSpPr>
          <p:nvPr>
            <p:ph type="sldNum" sz="quarter" idx="12"/>
          </p:nvPr>
        </p:nvSpPr>
        <p:spPr/>
        <p:txBody>
          <a:bodyPr/>
          <a:lstStyle/>
          <a:p>
            <a:fld id="{AD22CD3B-FDDF-4998-970C-76E6E0BEC65F}" type="slidenum">
              <a:rPr lang="ko-KR" altLang="en-US" smtClean="0"/>
              <a:pPr/>
              <a:t>‹#›</a:t>
            </a:fld>
            <a:endParaRPr lang="ko-KR" altLang="en-US"/>
          </a:p>
        </p:txBody>
      </p:sp>
    </p:spTree>
  </p:cSld>
  <p:clrMapOvr>
    <a:masterClrMapping/>
  </p:clrMapOvr>
</p:sldLayout>
</file>

<file path=ppt/slideLayouts/slideLayout10.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type="objOnly" preserve="1">
  <p:cSld name="간지">
    <p:spTree>
      <p:nvGrpSpPr>
        <p:cNvPr id="1" name=""/>
        <p:cNvGrpSpPr/>
        <p:nvPr/>
      </p:nvGrpSpPr>
      <p:grpSpPr>
        <a:xfrm>
          <a:off x="0" y="0"/>
          <a:ext cx="0" cy="0"/>
          <a:chOff x="0" y="0"/>
          <a:chExt cx="0" cy="0"/>
        </a:xfrm>
      </p:grpSpPr>
      <p:sp>
        <p:nvSpPr>
          <p:cNvPr id="2" name="제목 1"/>
          <p:cNvSpPr>
            <a:spLocks noGrp="1"/>
          </p:cNvSpPr>
          <p:nvPr>
            <p:ph type="ctrTitle" idx="0"/>
          </p:nvPr>
        </p:nvSpPr>
        <p:spPr>
          <a:xfrm>
            <a:off x="0" y="2130425"/>
            <a:ext cx="12192000" cy="1470025"/>
          </a:xfrm>
        </p:spPr>
        <p:txBody>
          <a:bodyPr>
            <a:normAutofit/>
          </a:bodyPr>
          <a:lstStyle>
            <a:lvl1pPr>
              <a:defRPr sz="4400" b="1"/>
            </a:lvl1pPr>
          </a:lstStyle>
          <a:p>
            <a:r>
              <a:rPr lang="ko-KR" altLang="en-US" smtClean="0"/>
              <a:t>마스터 제목 스타일 편집</a:t>
            </a:r>
            <a:endParaRPr lang="ko-KR" altLang="en-US"/>
          </a:p>
        </p:txBody>
      </p:sp>
      <p:sp>
        <p:nvSpPr>
          <p:cNvPr id="3" name="날짜 개체 틀 3"/>
          <p:cNvSpPr>
            <a:spLocks noGrp="1"/>
          </p:cNvSpPr>
          <p:nvPr>
            <p:ph type="dt" sz="half" idx="10"/>
          </p:nvPr>
        </p:nvSpPr>
        <p:spPr/>
        <p:txBody>
          <a:bodyPr/>
          <a:lstStyle/>
          <a:p>
            <a:fld id="{CA348888-F454-4AD2-BA62-3AF29D9807C0}" type="datetime1">
              <a:rPr lang="ko-KR" altLang="en-US" smtClean="0"/>
              <a:pPr/>
              <a:t>2009-12-07</a:t>
            </a:fld>
            <a:endParaRPr lang="ko-KR" altLang="en-US"/>
          </a:p>
        </p:txBody>
      </p:sp>
      <p:sp>
        <p:nvSpPr>
          <p:cNvPr id="4" name="바닥글 개체 틀 4"/>
          <p:cNvSpPr>
            <a:spLocks noGrp="1"/>
          </p:cNvSpPr>
          <p:nvPr>
            <p:ph type="ftr" sz="quarter" idx="11"/>
          </p:nvPr>
        </p:nvSpPr>
        <p:spPr/>
        <p:txBody>
          <a:bodyPr/>
          <a:lstStyle/>
          <a:p>
            <a:endParaRPr lang="ko-KR" altLang="en-US"/>
          </a:p>
        </p:txBody>
      </p:sp>
      <p:sp>
        <p:nvSpPr>
          <p:cNvPr id="5" name="슬라이드 번호 개체 틀 5"/>
          <p:cNvSpPr>
            <a:spLocks noGrp="1"/>
          </p:cNvSpPr>
          <p:nvPr>
            <p:ph type="sldNum" sz="quarter" idx="12"/>
          </p:nvPr>
        </p:nvSpPr>
        <p:spPr/>
        <p:txBody>
          <a:bodyPr/>
          <a:lstStyle/>
          <a:p>
            <a:fld id="{AD22CD3B-FDDF-4998-970C-76E6E0BEC65F}" type="slidenum">
              <a:rPr lang="ko-KR" altLang="en-US" smtClean="0"/>
              <a:pPr/>
              <a:t>‹#›</a:t>
            </a:fld>
            <a:endParaRPr lang="ko-KR" altLang="en-US"/>
          </a:p>
        </p:txBody>
      </p:sp>
    </p:spTree>
  </p:cSld>
  <p:clrMapOvr>
    <a:masterClrMapping/>
  </p:clrMapOvr>
</p:sldLayout>
</file>

<file path=ppt/slideLayouts/slideLayout11.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type="clipArtAndTx" preserve="1">
  <p:cSld name="목차">
    <p:spTree>
      <p:nvGrpSpPr>
        <p:cNvPr id="1" name=""/>
        <p:cNvGrpSpPr/>
        <p:nvPr/>
      </p:nvGrpSpPr>
      <p:grpSpPr>
        <a:xfrm>
          <a:off x="0" y="0"/>
          <a:ext cx="0" cy="0"/>
          <a:chOff x="0" y="0"/>
          <a:chExt cx="0" cy="0"/>
        </a:xfrm>
      </p:grpSpPr>
      <p:sp>
        <p:nvSpPr>
          <p:cNvPr id="2" name="제목 1"/>
          <p:cNvSpPr>
            <a:spLocks noGrp="1"/>
          </p:cNvSpPr>
          <p:nvPr>
            <p:ph type="title" idx="0"/>
          </p:nvPr>
        </p:nvSpPr>
        <p:spPr>
          <a:xfrm>
            <a:off x="609599" y="274638"/>
            <a:ext cx="10972798" cy="1143000"/>
          </a:xfrm>
        </p:spPr>
        <p:txBody>
          <a:bodyPr/>
          <a:lstStyle>
            <a:lvl1pPr>
              <a:defRPr/>
            </a:lvl1pPr>
          </a:lstStyle>
          <a:p>
            <a:r>
              <a:rPr lang="ko-KR" altLang="en-US" smtClean="0"/>
              <a:t>마스터 제목 스타일 편집</a:t>
            </a:r>
            <a:endParaRPr lang="ko-KR" altLang="en-US"/>
          </a:p>
        </p:txBody>
      </p:sp>
      <p:sp>
        <p:nvSpPr>
          <p:cNvPr id="8" name="텍스트 개체 틀 7"/>
          <p:cNvSpPr>
            <a:spLocks noGrp="1"/>
          </p:cNvSpPr>
          <p:nvPr>
            <p:ph type="body" sz="quarter" idx="14"/>
          </p:nvPr>
        </p:nvSpPr>
        <p:spPr>
          <a:xfrm>
            <a:off x="2857477" y="2214563"/>
            <a:ext cx="6477021" cy="3214687"/>
          </a:xfrm>
        </p:spPr>
        <p:txBody>
          <a:bodyPr>
            <a:normAutofit/>
          </a:bodyPr>
          <a:lstStyle>
            <a:lvl1pPr>
              <a:lnSpc>
                <a:spcPct val="150000"/>
              </a:lnSpc>
              <a:defRPr sz="2400"/>
            </a:lvl1pPr>
          </a:lstStyle>
          <a:p>
            <a:pPr lvl="0"/>
            <a:r>
              <a:rPr lang="ko-KR" altLang="en-US" smtClean="0"/>
              <a:t>첫째 목차</a:t>
            </a:r>
            <a:endParaRPr lang="ko-KR" altLang="en-US"/>
          </a:p>
          <a:p>
            <a:pPr lvl="0"/>
            <a:r>
              <a:rPr lang="ko-KR" altLang="en-US" smtClean="0"/>
              <a:t>둘째 목차</a:t>
            </a:r>
            <a:endParaRPr lang="ko-KR" altLang="en-US"/>
          </a:p>
          <a:p>
            <a:pPr lvl="0"/>
            <a:r>
              <a:rPr lang="ko-KR" altLang="en-US" smtClean="0"/>
              <a:t>셋째 목차</a:t>
            </a:r>
            <a:endParaRPr lang="ko-KR" altLang="en-US"/>
          </a:p>
          <a:p>
            <a:pPr lvl="0"/>
            <a:r>
              <a:rPr lang="ko-KR" altLang="en-US" smtClean="0"/>
              <a:t>넷째 목차</a:t>
            </a:r>
            <a:endParaRPr lang="ko-KR" altLang="en-US"/>
          </a:p>
          <a:p>
            <a:pPr lvl="0"/>
            <a:r>
              <a:rPr lang="ko-KR" altLang="en-US" smtClean="0"/>
              <a:t>다섯째 목차</a:t>
            </a:r>
            <a:endParaRPr lang="ko-KR" altLang="en-US"/>
          </a:p>
        </p:txBody>
      </p:sp>
      <p:sp>
        <p:nvSpPr>
          <p:cNvPr id="4" name="날짜 개체 틀 3"/>
          <p:cNvSpPr>
            <a:spLocks noGrp="1"/>
          </p:cNvSpPr>
          <p:nvPr>
            <p:ph type="dt" sz="half" idx="10"/>
          </p:nvPr>
        </p:nvSpPr>
        <p:spPr/>
        <p:txBody>
          <a:bodyPr/>
          <a:lstStyle/>
          <a:p>
            <a:fld id="{956FEC12-A4C9-4837-AF94-AD867782C04C}" type="datetime1">
              <a:rPr lang="ko-KR" altLang="en-US" smtClean="0"/>
              <a:pPr/>
              <a:t>2009-12-07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AD22CD3B-FDDF-4998-970C-76E6E0BEC65F}" type="slidenum">
              <a:rPr lang="ko-KR" altLang="en-US" smtClean="0"/>
              <a:pPr/>
              <a:t>‹#›</a:t>
            </a:fld>
            <a:endParaRPr lang="ko-KR" altLang="en-US"/>
          </a:p>
        </p:txBody>
      </p:sp>
    </p:spTree>
  </p:cSld>
  <p:clrMapOvr>
    <a:masterClrMapping/>
  </p:clrMapOvr>
</p:sldLayout>
</file>

<file path=ppt/slideLayouts/slideLayout12.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type="vertTitleAndTx" preserve="1">
  <p:cSld name="세로 제목 및 본문">
    <p:spTree>
      <p:nvGrpSpPr>
        <p:cNvPr id="1" name=""/>
        <p:cNvGrpSpPr/>
        <p:nvPr/>
      </p:nvGrpSpPr>
      <p:grpSpPr>
        <a:xfrm>
          <a:off x="0" y="0"/>
          <a:ext cx="0" cy="0"/>
          <a:chOff x="0" y="0"/>
          <a:chExt cx="0" cy="0"/>
        </a:xfrm>
      </p:grpSpPr>
      <p:sp>
        <p:nvSpPr>
          <p:cNvPr id="2" name="세로 제목 1"/>
          <p:cNvSpPr>
            <a:spLocks noGrp="1"/>
          </p:cNvSpPr>
          <p:nvPr>
            <p:ph type="title" orient="vert" idx="0"/>
          </p:nvPr>
        </p:nvSpPr>
        <p:spPr>
          <a:xfrm>
            <a:off x="8839199" y="274638"/>
            <a:ext cx="2743199" cy="5851525"/>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609599" y="274638"/>
            <a:ext cx="8026399" cy="5851525"/>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957F84A3-4F29-4053-ACFD-1BAF2D3F140C}" type="datetime1">
              <a:rPr lang="ko-KR" altLang="en-US" smtClean="0"/>
              <a:pPr/>
              <a:t>2009-12-07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AD22CD3B-FDDF-4998-970C-76E6E0BEC65F}" type="slidenum">
              <a:rPr lang="ko-KR" altLang="en-US" smtClean="0"/>
              <a:pPr/>
              <a:t>‹#›</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slideLayout" Target="../slideLayouts/slideLayout12.xml"  /><Relationship Id="rId13"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idx="0"/>
          </p:nvPr>
        </p:nvSpPr>
        <p:spPr>
          <a:xfrm>
            <a:off x="609599" y="274638"/>
            <a:ext cx="10972798" cy="1143000"/>
          </a:xfrm>
          <a:prstGeom prst="rect">
            <a:avLst/>
          </a:prstGeom>
        </p:spPr>
        <p:txBody>
          <a:bodyPr vert="horz" lIns="91440" tIns="45720" rIns="91440" bIns="45720" rtlCol="0" anchor="ctr">
            <a:normAutofit/>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609599" y="1600200"/>
            <a:ext cx="10972798" cy="4525963"/>
          </a:xfrm>
          <a:prstGeom prst="rect">
            <a:avLst/>
          </a:prstGeom>
        </p:spPr>
        <p:txBody>
          <a:bodyPr vert="horz" lIns="91440" tIns="45720" rIns="91440" bIns="45720" rtlCol="0">
            <a:normAutofit/>
          </a:bodyPr>
          <a:lstStyle/>
          <a:p>
            <a:pPr lvl="0"/>
            <a:r>
              <a:rPr lang="ko-KR" altLang="en-US" dirty="0" smtClean="0"/>
              <a:t>마스터 텍스트 스타일을 편집합니다</a:t>
            </a:r>
          </a:p>
          <a:p>
            <a:pPr lvl="1"/>
            <a:r>
              <a:rPr lang="ko-KR" altLang="en-US" dirty="0" smtClean="0"/>
              <a:t>둘째 수준</a:t>
            </a:r>
          </a:p>
          <a:p>
            <a:pPr lvl="2"/>
            <a:r>
              <a:rPr lang="ko-KR" altLang="en-US" dirty="0" smtClean="0"/>
              <a:t>셋째 수준</a:t>
            </a:r>
          </a:p>
          <a:p>
            <a:pPr lvl="3"/>
            <a:r>
              <a:rPr lang="ko-KR" altLang="en-US" dirty="0" smtClean="0"/>
              <a:t>넷째 수준</a:t>
            </a:r>
          </a:p>
          <a:p>
            <a:pPr lvl="4"/>
            <a:r>
              <a:rPr lang="ko-KR" altLang="en-US" dirty="0" smtClean="0"/>
              <a:t>다섯째 수준</a:t>
            </a:r>
            <a:endParaRPr lang="ko-KR" altLang="en-US"/>
          </a:p>
        </p:txBody>
      </p:sp>
      <p:sp>
        <p:nvSpPr>
          <p:cNvPr id="4" name="날짜 개체 틀 3"/>
          <p:cNvSpPr>
            <a:spLocks noGrp="1"/>
          </p:cNvSpPr>
          <p:nvPr>
            <p:ph type="dt" sz="half" idx="2"/>
          </p:nvPr>
        </p:nvSpPr>
        <p:spPr>
          <a:xfrm>
            <a:off x="609599" y="6356350"/>
            <a:ext cx="2844799"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22D86A-5F52-4165-8473-F1B836277586}" type="datetime1">
              <a:rPr lang="ko-KR" altLang="en-US" smtClean="0"/>
              <a:pPr/>
              <a:t>2009-12-07</a:t>
            </a:fld>
            <a:endParaRPr lang="ko-KR" altLang="en-US"/>
          </a:p>
        </p:txBody>
      </p:sp>
      <p:sp>
        <p:nvSpPr>
          <p:cNvPr id="5" name="바닥글 개체 틀 4"/>
          <p:cNvSpPr>
            <a:spLocks noGrp="1"/>
          </p:cNvSpPr>
          <p:nvPr>
            <p:ph type="ftr" sz="quarter" idx="3"/>
          </p:nvPr>
        </p:nvSpPr>
        <p:spPr>
          <a:xfrm>
            <a:off x="4165599" y="6356350"/>
            <a:ext cx="386079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737599" y="6356350"/>
            <a:ext cx="2844799"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22CD3B-FDDF-4998-970C-76E6E0BEC65F}" type="slidenum">
              <a:rPr lang="ko-KR" altLang="en-US" smtClean="0"/>
              <a:pPr/>
              <a:t>‹#›</a:t>
            </a:fld>
            <a:endParaRPr lang="ko-KR" altLang="en-US"/>
          </a:p>
        </p:txBody>
      </p:sp>
    </p:spTree>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Lst>
  <p:hf sldNum="0" hdr="0" ftr="0" dt="0"/>
  <p:txStyles>
    <p:titleStyle>
      <a:lvl1pPr algn="ctr" defTabSz="914400" rtl="0" eaLnBrk="1" latinLnBrk="1" hangingPunct="1">
        <a:spcBef>
          <a:spcPct val="0"/>
        </a:spcBef>
        <a:buNone/>
        <a:defRPr sz="4400" kern="1200">
          <a:solidFill>
            <a:schemeClr val="tx1"/>
          </a:solidFill>
          <a:latin typeface="+mj-lt"/>
          <a:ea typeface="+mj-ea"/>
          <a:cs typeface="+mj-cs"/>
        </a:defRPr>
      </a:lvl1pPr>
      <a:lvl2pPr rtl="0" eaLnBrk="1" latinLnBrk="1" hangingPunct="1">
        <a:defRPr>
          <a:solidFill>
            <a:schemeClr val="tx2"/>
          </a:solidFill>
        </a:defRPr>
      </a:lvl2pPr>
      <a:lvl3pPr rtl="0" eaLnBrk="1" latinLnBrk="1" hangingPunct="1">
        <a:defRPr>
          <a:solidFill>
            <a:schemeClr val="tx2"/>
          </a:solidFill>
        </a:defRPr>
      </a:lvl3pPr>
      <a:lvl4pPr rtl="0" eaLnBrk="1" latinLnBrk="1" hangingPunct="1">
        <a:defRPr>
          <a:solidFill>
            <a:schemeClr val="tx2"/>
          </a:solidFill>
        </a:defRPr>
      </a:lvl4pPr>
      <a:lvl5pPr rtl="0" eaLnBrk="1" latinLnBrk="1" hangingPunct="1">
        <a:defRPr>
          <a:solidFill>
            <a:schemeClr val="tx2"/>
          </a:solidFill>
        </a:defRPr>
      </a:lvl5pPr>
      <a:lvl6pPr rtl="0" eaLnBrk="1" latinLnBrk="1" hangingPunct="1">
        <a:defRPr>
          <a:solidFill>
            <a:schemeClr val="tx2"/>
          </a:solidFill>
        </a:defRPr>
      </a:lvl6pPr>
      <a:lvl7pPr rtl="0" eaLnBrk="1" latinLnBrk="1" hangingPunct="1">
        <a:defRPr>
          <a:solidFill>
            <a:schemeClr val="tx2"/>
          </a:solidFill>
        </a:defRPr>
      </a:lvl7pPr>
      <a:lvl8pPr rtl="0" eaLnBrk="1" latinLnBrk="1" hangingPunct="1">
        <a:defRPr>
          <a:solidFill>
            <a:schemeClr val="tx2"/>
          </a:solidFill>
        </a:defRPr>
      </a:lvl8pPr>
      <a:lvl9pPr rtl="0" eaLnBrk="1" latinLnBrk="1" hangingPunct="1">
        <a:defRPr>
          <a:solidFill>
            <a:schemeClr val="tx2"/>
          </a:solidFill>
        </a:defRPr>
      </a:lvl9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idx="0"/>
          </p:nvPr>
        </p:nvSpPr>
        <p:spPr/>
        <p:txBody>
          <a:bodyPr/>
          <a:lstStyle/>
          <a:p>
            <a:pPr>
              <a:defRPr/>
            </a:pPr>
            <a:r>
              <a:rPr lang="ko-KR" altLang="en-US"/>
              <a:t>개인정보 유출 문제</a:t>
            </a:r>
            <a:endParaRPr lang="ko-KR" altLang="en-US"/>
          </a:p>
        </p:txBody>
      </p:sp>
      <p:sp>
        <p:nvSpPr>
          <p:cNvPr id="3" name="부제목 2"/>
          <p:cNvSpPr>
            <a:spLocks noGrp="1"/>
          </p:cNvSpPr>
          <p:nvPr>
            <p:ph type="subTitle" idx="1"/>
          </p:nvPr>
        </p:nvSpPr>
        <p:spPr/>
        <p:txBody>
          <a:bodyPr/>
          <a:lstStyle/>
          <a:p>
            <a:pPr>
              <a:defRPr/>
            </a:pPr>
            <a:r>
              <a:rPr lang="ko-KR" altLang="en-US"/>
              <a:t/>
            </a:r>
            <a:endParaRPr lang="ko-KR" alt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a:defRPr/>
            </a:pPr>
            <a:r>
              <a:rPr lang="ko-KR" altLang="en-US"/>
              <a:t>목차</a:t>
            </a:r>
            <a:endParaRPr lang="ko-KR" altLang="en-US"/>
          </a:p>
        </p:txBody>
      </p:sp>
      <p:sp>
        <p:nvSpPr>
          <p:cNvPr id="3" name="텍스트 개체 틀 7"/>
          <p:cNvSpPr>
            <a:spLocks noGrp="1"/>
          </p:cNvSpPr>
          <p:nvPr>
            <p:ph type="body" sz="quarter" idx="14"/>
          </p:nvPr>
        </p:nvSpPr>
        <p:spPr/>
        <p:txBody>
          <a:bodyPr>
            <a:normAutofit fontScale="92500" lnSpcReduction="20000"/>
          </a:bodyPr>
          <a:lstStyle/>
          <a:p>
            <a:pPr>
              <a:defRPr/>
            </a:pPr>
            <a:r>
              <a:rPr lang="ko-KR" altLang="en-US"/>
              <a:t>개인정보</a:t>
            </a:r>
            <a:r>
              <a:rPr lang="en-US" altLang="ko-KR"/>
              <a:t>,</a:t>
            </a:r>
            <a:r>
              <a:rPr lang="ko-KR" altLang="en-US"/>
              <a:t> 개인정보 유출의 정의</a:t>
            </a:r>
            <a:endParaRPr lang="ko-KR" altLang="en-US"/>
          </a:p>
          <a:p>
            <a:pPr>
              <a:defRPr/>
            </a:pPr>
            <a:r>
              <a:rPr lang="ko-KR" altLang="en-US"/>
              <a:t>실제 피해사례</a:t>
            </a:r>
            <a:endParaRPr lang="ko-KR" altLang="en-US"/>
          </a:p>
          <a:p>
            <a:pPr>
              <a:defRPr/>
            </a:pPr>
            <a:r>
              <a:rPr lang="ko-KR" altLang="en-US"/>
              <a:t>발생할 수 있는문제</a:t>
            </a:r>
            <a:endParaRPr lang="ko-KR" altLang="en-US"/>
          </a:p>
          <a:p>
            <a:pPr>
              <a:defRPr/>
            </a:pPr>
            <a:r>
              <a:rPr lang="ko-KR" altLang="en-US"/>
              <a:t>미래사회와 개인정보</a:t>
            </a:r>
            <a:endParaRPr lang="ko-KR" altLang="en-US"/>
          </a:p>
          <a:p>
            <a:pPr>
              <a:defRPr/>
            </a:pPr>
            <a:r>
              <a:rPr lang="ko-KR" altLang="en-US"/>
              <a:t>해결방법</a:t>
            </a:r>
            <a:endParaRPr lang="ko-KR" altLang="en-US"/>
          </a:p>
          <a:p>
            <a:pPr>
              <a:defRPr/>
            </a:pPr>
            <a:r>
              <a:rPr lang="ko-KR" altLang="en-US"/>
              <a:t>나의 의견</a:t>
            </a:r>
            <a:endParaRPr lang="ko-KR" alt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a:defRPr/>
            </a:pPr>
            <a:r>
              <a:rPr lang="ko-KR" altLang="en-US"/>
              <a:t>개인정보란</a:t>
            </a:r>
            <a:r>
              <a:rPr lang="en-US" altLang="ko-KR"/>
              <a:t>?</a:t>
            </a:r>
            <a:endParaRPr lang="en-US" altLang="ko-KR"/>
          </a:p>
        </p:txBody>
      </p:sp>
      <p:sp>
        <p:nvSpPr>
          <p:cNvPr id="3" name="내용 개체 틀 2"/>
          <p:cNvSpPr>
            <a:spLocks noGrp="1"/>
          </p:cNvSpPr>
          <p:nvPr>
            <p:ph idx="1"/>
          </p:nvPr>
        </p:nvSpPr>
        <p:spPr/>
        <p:txBody>
          <a:bodyPr>
            <a:normAutofit fontScale="77500" lnSpcReduction="20000"/>
          </a:bodyPr>
          <a:lstStyle/>
          <a:p>
            <a:pPr>
              <a:defRPr/>
            </a:pPr>
            <a:r>
              <a:rPr lang="ko-KR" altLang="en-US"/>
              <a:t>살아 있는 개인을 알아볼 수 있는 정보. 이름, 전화번호, 주소, 주민등록번호, 이메일, 계정 정보, 위치정보, 금융정보, 생체정보 등이 개인정보에 해당함.</a:t>
            </a:r>
            <a:endParaRPr lang="ko-KR" altLang="en-US"/>
          </a:p>
          <a:p>
            <a:pPr>
              <a:defRPr/>
            </a:pPr>
            <a:endParaRPr lang="ko-KR" altLang="en-US"/>
          </a:p>
          <a:p>
            <a:pPr>
              <a:defRPr/>
            </a:pPr>
            <a:r>
              <a:rPr lang="ko-KR" altLang="en-US"/>
              <a:t>정보 하나만으로는 개인을 바로 알 수 없더라도, 다른 정보와 결합했을 때 특정 개인을 알아볼 수 있다면 개인정보로 볼 수 있음. 예를 들어 이름이 없어도 위치 기록, 접속 기록, 구매 내역 등이 합쳐지면 한 사람의 생활 패턴을 추정할 수 있다.</a:t>
            </a:r>
            <a:endParaRPr lang="ko-KR" altLang="en-US"/>
          </a:p>
          <a:p>
            <a:pPr>
              <a:defRPr/>
            </a:pPr>
            <a:endParaRPr lang="ko-KR" altLang="en-US"/>
          </a:p>
          <a:p>
            <a:pPr>
              <a:defRPr/>
            </a:pPr>
            <a:r>
              <a:rPr lang="ko-KR" altLang="en-US"/>
              <a:t>개인정보가 중요한 이유는 단순한 사생활 정보가 아니라 사칭, 계정 탈취, 금융 사기, 보이스피싱, 감시, 차별 등에 악용될 수 있기 때문. 특히 주민등록번호, 생체정보, 유전정보처럼 쉽게 바꿀 수 없는 정보는 한 번 유출되면 피해가 오래 지속될 수 있다.</a:t>
            </a:r>
            <a:endParaRPr lang="ko-KR" alt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a:defRPr/>
            </a:pPr>
            <a:r>
              <a:rPr lang="ko-KR" altLang="en-US"/>
              <a:t>개인정보 유출이란</a:t>
            </a:r>
            <a:r>
              <a:rPr lang="en-US" altLang="ko-KR"/>
              <a:t>?</a:t>
            </a:r>
            <a:endParaRPr lang="en-US" altLang="ko-KR"/>
          </a:p>
        </p:txBody>
      </p:sp>
      <p:sp>
        <p:nvSpPr>
          <p:cNvPr id="3" name="내용 개체 틀 2"/>
          <p:cNvSpPr>
            <a:spLocks noGrp="1"/>
          </p:cNvSpPr>
          <p:nvPr>
            <p:ph idx="1"/>
          </p:nvPr>
        </p:nvSpPr>
        <p:spPr/>
        <p:txBody>
          <a:bodyPr>
            <a:normAutofit fontScale="92500" lnSpcReduction="20000"/>
          </a:bodyPr>
          <a:lstStyle/>
          <a:p>
            <a:pPr>
              <a:defRPr/>
            </a:pPr>
            <a:r>
              <a:rPr lang="ko-KR" altLang="en-US"/>
              <a:t>개인정보가 본인의 동의 없이 외부로 빠져나가거나, 권한이 없는 사람이 개인정보에 접근할 수 있게 되는 상황.</a:t>
            </a:r>
            <a:endParaRPr lang="ko-KR" altLang="en-US"/>
          </a:p>
          <a:p>
            <a:pPr>
              <a:defRPr/>
            </a:pPr>
            <a:endParaRPr lang="ko-KR" altLang="en-US"/>
          </a:p>
          <a:p>
            <a:pPr>
              <a:defRPr/>
            </a:pPr>
            <a:r>
              <a:rPr lang="ko-KR" altLang="en-US"/>
              <a:t>개인정보 유출은 해커가 서버를 공격하는 경우뿐만 아니라, 기업의 관리 부실, 직원의 실수, 시스템 오류, 클라우드 설정 오류, API 보안 문제 등으로도 발생할 수 있다.</a:t>
            </a:r>
            <a:endParaRPr lang="ko-KR" altLang="en-US"/>
          </a:p>
          <a:p>
            <a:pPr>
              <a:defRPr/>
            </a:pPr>
            <a:endParaRPr lang="ko-KR" altLang="en-US"/>
          </a:p>
          <a:p>
            <a:pPr>
              <a:defRPr/>
            </a:pPr>
            <a:r>
              <a:rPr lang="ko-KR" altLang="en-US"/>
              <a:t>즉 개인정보 유출은 단순한 해킹 문제가 아니라 기술적 취약점, 관리 부실, 사람의 실수, 기업의 과도한 데이터 수집이 함께 얽힌 문제라고 볼 수 있다.</a:t>
            </a:r>
            <a:endParaRPr lang="ko-KR" alt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a:defRPr/>
            </a:pPr>
            <a:r>
              <a:rPr lang="ko-KR" altLang="en-US"/>
              <a:t>2017년 미국 Equifax 개인정보 유출 사건</a:t>
            </a:r>
            <a:endParaRPr lang="ko-KR" altLang="en-US"/>
          </a:p>
        </p:txBody>
      </p:sp>
      <p:sp>
        <p:nvSpPr>
          <p:cNvPr id="3" name="내용 개체 틀 2"/>
          <p:cNvSpPr>
            <a:spLocks noGrp="1"/>
          </p:cNvSpPr>
          <p:nvPr>
            <p:ph idx="1"/>
          </p:nvPr>
        </p:nvSpPr>
        <p:spPr/>
        <p:txBody>
          <a:bodyPr>
            <a:normAutofit fontScale="70000" lnSpcReduction="20000"/>
          </a:bodyPr>
          <a:lstStyle/>
          <a:p>
            <a:pPr>
              <a:defRPr/>
            </a:pPr>
            <a:r>
              <a:rPr lang="ko-KR" altLang="en-US"/>
              <a:t>2017년 미국의 신용정보 회사인 Equifax에서 대규모 개인정보 유출 사건이 발생함. 이 사건으로 약 1억 4,700만 명의 개인정보가 유출. 유출된 정보에는 이름, 생년월일, 주소, 사회보장번호 등이 포함되었다. 사회보장번호는 한국의 주민등록번호와 비슷하게 개인을 식별하는 핵심 정보이기 때문에 신원 도용과 금융 사기 위험이 매우 컸다.</a:t>
            </a:r>
            <a:endParaRPr lang="ko-KR" altLang="en-US"/>
          </a:p>
          <a:p>
            <a:pPr>
              <a:defRPr/>
            </a:pPr>
            <a:endParaRPr lang="ko-KR" altLang="en-US"/>
          </a:p>
          <a:p>
            <a:pPr>
              <a:defRPr/>
            </a:pPr>
            <a:r>
              <a:rPr lang="ko-KR" altLang="en-US"/>
              <a:t>이 사건은 서버 프로그램의 보안 취약점을 제때 수정하지 않아 발생한 것으로 알려져 있다. 즉 해커의 공격도 문제였지만, 기업이 보안 업데이트와 내부 관리를 제대로 하지 않은 점이 큰 원인이었다.</a:t>
            </a:r>
            <a:endParaRPr lang="ko-KR" altLang="en-US"/>
          </a:p>
          <a:p>
            <a:pPr>
              <a:defRPr/>
            </a:pPr>
            <a:endParaRPr lang="ko-KR" altLang="en-US"/>
          </a:p>
          <a:p>
            <a:pPr>
              <a:defRPr/>
            </a:pPr>
            <a:r>
              <a:rPr lang="ko-KR" altLang="en-US"/>
              <a:t>이 사건으로 인해 피해자들은 신용정보 도용, 금융 사기, 개인정보 악용 가능성에 장기간 노출되었다. 또한 Equifax는 막대한 합의금과 신뢰도 하락을 겪었고, 개인정보를 많이 보유한 기업일수록 더 강한 보안 책임을 져야 한다는 사회적 논의가 커졌다.</a:t>
            </a:r>
            <a:endParaRPr lang="ko-KR" alt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normAutofit fontScale="90000"/>
          </a:bodyPr>
          <a:lstStyle/>
          <a:p>
            <a:pPr>
              <a:defRPr/>
            </a:pPr>
            <a:r>
              <a:rPr lang="ko-KR" altLang="en-US"/>
              <a:t>2018년 페이스북·케임브리지 애널리티카 개인정보 유출 사건</a:t>
            </a:r>
            <a:endParaRPr lang="ko-KR" altLang="en-US"/>
          </a:p>
        </p:txBody>
      </p:sp>
      <p:sp>
        <p:nvSpPr>
          <p:cNvPr id="3" name="내용 개체 틀 2"/>
          <p:cNvSpPr>
            <a:spLocks noGrp="1"/>
          </p:cNvSpPr>
          <p:nvPr>
            <p:ph idx="1"/>
          </p:nvPr>
        </p:nvSpPr>
        <p:spPr/>
        <p:txBody>
          <a:bodyPr>
            <a:normAutofit fontScale="62500" lnSpcReduction="20000"/>
          </a:bodyPr>
          <a:lstStyle/>
          <a:p>
            <a:pPr>
              <a:defRPr/>
            </a:pPr>
            <a:r>
              <a:rPr lang="ko-KR" altLang="en-US"/>
              <a:t>2018년 페이스북에서 케임브리지 애널리티카 관련 개인정보 유출 사건이 크게 드러났다. 이 사건은 단순히 서버가 해킹당한 사건이라기보다는, 페이스북 이용자의 개인정보가 제3자 앱을 통해 수집되고 정치 광고와 여론 분석에 활용된 사건에 가깝다.</a:t>
            </a:r>
            <a:endParaRPr lang="ko-KR" altLang="en-US"/>
          </a:p>
          <a:p>
            <a:pPr>
              <a:defRPr/>
            </a:pPr>
            <a:endParaRPr lang="ko-KR" altLang="en-US"/>
          </a:p>
          <a:p>
            <a:pPr>
              <a:defRPr/>
            </a:pPr>
            <a:r>
              <a:rPr lang="ko-KR" altLang="en-US"/>
              <a:t>이 사건에서는 최대 약 8,700만 명의 페이스북 이용자 정보가 부적절하게 활용된 것으로 알려졌다. 일부 이용자가 성격 테스트 앱을 사용했는데, 이 과정에서 해당 이용자뿐만 아니라 친구들의 정보까지 함께 수집될 수 있었다. 이후 이 정보가 정치 캠페인과 맞춤형 광고에 활용되었다는 의혹이 제기되었다.</a:t>
            </a:r>
            <a:endParaRPr lang="ko-KR" altLang="en-US"/>
          </a:p>
          <a:p>
            <a:pPr>
              <a:defRPr/>
            </a:pPr>
            <a:endParaRPr lang="ko-KR" altLang="en-US"/>
          </a:p>
          <a:p>
            <a:pPr>
              <a:defRPr/>
            </a:pPr>
            <a:r>
              <a:rPr lang="ko-KR" altLang="en-US"/>
              <a:t>이 사건으로 인해 개인정보 유출 문제가 단순히 금전 피해만 일으키는 것이 아니라, 선거, 여론 조작, 정치적 의사결정에도 영향을 줄 수 있다는 점이 드러났다. 또한 플랫폼 기업이 이용자 데이터를 어떻게 수집하고 제3자에게 제공하는지에 대한 감시가 강화되었다.</a:t>
            </a:r>
            <a:endParaRPr lang="ko-KR" altLang="en-US"/>
          </a:p>
          <a:p>
            <a:pPr>
              <a:defRPr/>
            </a:pPr>
            <a:endParaRPr lang="ko-KR" altLang="en-US"/>
          </a:p>
          <a:p>
            <a:pPr>
              <a:defRPr/>
            </a:pPr>
            <a:r>
              <a:rPr lang="ko-KR" altLang="en-US"/>
              <a:t>결국 페이스북은 개인정보 보호 문제로 큰 비판을 받았고, 미국 FTC로부터 50억 달러 규모의 벌금을 부과받았다. 이 사건은 개인정보가 기업의 이익뿐만 아니라 정치적 영향력 행사에도 사용될 수 있음을 보여 준 대표적인 사례다.</a:t>
            </a:r>
            <a:endParaRPr lang="ko-KR" alt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a:defRPr/>
            </a:pPr>
            <a:r>
              <a:rPr lang="ko-KR" altLang="en-US"/>
              <a:t>2023년 23andMe 유전자 정보 유출 사건</a:t>
            </a:r>
            <a:endParaRPr lang="ko-KR" altLang="en-US"/>
          </a:p>
        </p:txBody>
      </p:sp>
      <p:sp>
        <p:nvSpPr>
          <p:cNvPr id="3" name="내용 개체 틀 2"/>
          <p:cNvSpPr>
            <a:spLocks noGrp="1"/>
          </p:cNvSpPr>
          <p:nvPr>
            <p:ph idx="1"/>
          </p:nvPr>
        </p:nvSpPr>
        <p:spPr/>
        <p:txBody>
          <a:bodyPr>
            <a:normAutofit fontScale="62500" lnSpcReduction="20000"/>
          </a:bodyPr>
          <a:lstStyle/>
          <a:p>
            <a:pPr>
              <a:defRPr/>
            </a:pPr>
            <a:r>
              <a:rPr lang="ko-KR" altLang="en-US"/>
              <a:t>2023년 유전자 검사 서비스 기업인 23andMe에서 개인정보 유출 사건이 발생. 공격자는 다른 사이트에서 이미 유출된 아이디와 비밀번호를 이용해 23andMe 계정에 로그인하는 방식, 즉 크리덴셜 스터핑 공격을 사용했다.</a:t>
            </a:r>
            <a:endParaRPr lang="ko-KR" altLang="en-US"/>
          </a:p>
          <a:p>
            <a:pPr>
              <a:defRPr/>
            </a:pPr>
            <a:endParaRPr lang="ko-KR" altLang="en-US"/>
          </a:p>
          <a:p>
            <a:pPr>
              <a:defRPr/>
            </a:pPr>
            <a:r>
              <a:rPr lang="ko-KR" altLang="en-US"/>
              <a:t>이 사건으로 약 690만~700만 명 수준의 이용자 정보가 영향을 받은 것으로 알려져 있다. 유출된 정보에는 이름, 가족관계, 조상 정보, 유전적 배경 등 민감한 정보가 포함될 수 있었다.</a:t>
            </a:r>
            <a:endParaRPr lang="ko-KR" altLang="en-US"/>
          </a:p>
          <a:p>
            <a:pPr>
              <a:defRPr/>
            </a:pPr>
            <a:endParaRPr lang="ko-KR" altLang="en-US"/>
          </a:p>
          <a:p>
            <a:pPr>
              <a:defRPr/>
            </a:pPr>
            <a:r>
              <a:rPr lang="ko-KR" altLang="en-US"/>
              <a:t>이 사건의 피해가 심각한 이유는 유전정보가 비밀번호처럼 쉽게 바꿀 수 있는 정보가 아니기 때문이다. 또한 유전정보는 개인 한 명의 정보에서 끝나지 않고 가족과 친척의 정보까지 함께 드러낼 수 있다.</a:t>
            </a:r>
            <a:endParaRPr lang="ko-KR" altLang="en-US"/>
          </a:p>
          <a:p>
            <a:pPr>
              <a:defRPr/>
            </a:pPr>
            <a:endParaRPr lang="ko-KR" altLang="en-US"/>
          </a:p>
          <a:p>
            <a:pPr>
              <a:defRPr/>
            </a:pPr>
            <a:r>
              <a:rPr lang="ko-KR" altLang="en-US"/>
              <a:t>이 사건은 사용자의 비밀번호 재사용 습관도 문제였지만, 기업이 민감정보를 다루면서 다단계 인증과 이상 로그인 탐지 같은 보호 장치를 충분히 적용하지 않았다는 점도 문제로 지적되었다. 따라서 민감한 개인정보를 다루는 기업은 일반 서비스보다 훨씬 강한 보안 체계를 갖춰야 함을 보여 준 사례다.</a:t>
            </a:r>
            <a:endParaRPr lang="ko-KR" alt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a:defRPr/>
            </a:pPr>
            <a:r>
              <a:rPr lang="ko-KR" altLang="en-US"/>
              <a:t>개인정보 유출로 인해 발생할 수 있는 문제</a:t>
            </a:r>
            <a:endParaRPr lang="ko-KR" altLang="en-US"/>
          </a:p>
        </p:txBody>
      </p:sp>
      <p:sp>
        <p:nvSpPr>
          <p:cNvPr id="3" name="내용 개체 틀 2"/>
          <p:cNvSpPr>
            <a:spLocks noGrp="1"/>
          </p:cNvSpPr>
          <p:nvPr>
            <p:ph idx="1"/>
          </p:nvPr>
        </p:nvSpPr>
        <p:spPr/>
        <p:txBody>
          <a:bodyPr>
            <a:normAutofit fontScale="62500" lnSpcReduction="20000"/>
          </a:bodyPr>
          <a:lstStyle/>
          <a:p>
            <a:pPr>
              <a:defRPr/>
            </a:pPr>
            <a:r>
              <a:rPr lang="ko-KR" altLang="en-US"/>
              <a:t>개인정보 유출은 개인의 피해에서 끝나지 않고 세계적인 문제로 확대될 수 있다. 오늘날 개인정보는 SNS, 클라우드, 전자상거래, AI 서비스 등을 통해 국경을 넘어 이동하기 때문이다.</a:t>
            </a:r>
            <a:endParaRPr lang="ko-KR" altLang="en-US"/>
          </a:p>
          <a:p>
            <a:pPr>
              <a:defRPr/>
            </a:pPr>
            <a:endParaRPr lang="ko-KR" altLang="en-US"/>
          </a:p>
          <a:p>
            <a:pPr>
              <a:defRPr/>
            </a:pPr>
            <a:r>
              <a:rPr lang="ko-KR" altLang="en-US"/>
              <a:t>첫째, 국제 범죄에 악용될 수 있다. 유출된 이름, 전화번호, 이메일, 계정 정보는 보이스피싱, 스팸, 사기, 계정 탈취, 금융 범죄에 사용될 수 있다.</a:t>
            </a:r>
            <a:endParaRPr lang="ko-KR" altLang="en-US"/>
          </a:p>
          <a:p>
            <a:pPr>
              <a:defRPr/>
            </a:pPr>
            <a:endParaRPr lang="ko-KR" altLang="en-US"/>
          </a:p>
          <a:p>
            <a:pPr>
              <a:defRPr/>
            </a:pPr>
            <a:r>
              <a:rPr lang="ko-KR" altLang="en-US"/>
              <a:t>둘째, 기업과 사회의 신뢰를 무너뜨릴 수 있다. 개인정보를 맡긴 기업이 정보를 제대로 보호하지 못하면 이용자는 기업과 플랫폼을 믿지 못하게 됨. 이는 기업의 경제적 손실뿐 아니라 디지털 사회 전체에 대한 불신으로 이어질 수 있다.</a:t>
            </a:r>
            <a:endParaRPr lang="ko-KR" altLang="en-US"/>
          </a:p>
          <a:p>
            <a:pPr>
              <a:defRPr/>
            </a:pPr>
            <a:endParaRPr lang="ko-KR" altLang="en-US"/>
          </a:p>
          <a:p>
            <a:pPr>
              <a:defRPr/>
            </a:pPr>
            <a:r>
              <a:rPr lang="ko-KR" altLang="en-US"/>
              <a:t>셋째, 국가 안보 문제로도 이어질 수 있음. 공무원, 군인, 연구자, 기업 관계자 등의 개인정보가 유출되면 범죄 조직이나 적대 세력이 이를 악용할 수 있다.</a:t>
            </a:r>
            <a:endParaRPr lang="ko-KR" altLang="en-US"/>
          </a:p>
          <a:p>
            <a:pPr>
              <a:defRPr/>
            </a:pPr>
            <a:endParaRPr lang="ko-KR" altLang="en-US"/>
          </a:p>
          <a:p>
            <a:pPr>
              <a:defRPr/>
            </a:pPr>
            <a:r>
              <a:rPr lang="ko-KR" altLang="en-US"/>
              <a:t>넷째, 감시 사회와 차별 문제를 심화시킬 수 있다. 위치정보, 생체정보, 소비 기록, 정치 성향 등이 유출되면 개인의 생활 패턴을 추적하거나 특정 집단을 차별하는 데 사용될 수 있다.</a:t>
            </a:r>
            <a:endParaRPr lang="ko-KR" alt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a:defRPr/>
            </a:pPr>
            <a:r>
              <a:rPr lang="ko-KR" altLang="en-US"/>
              <a:t>미래사회와 개인정보</a:t>
            </a:r>
            <a:endParaRPr lang="ko-KR" altLang="en-US"/>
          </a:p>
        </p:txBody>
      </p:sp>
      <p:sp>
        <p:nvSpPr>
          <p:cNvPr id="3" name="내용 개체 틀 2"/>
          <p:cNvSpPr>
            <a:spLocks noGrp="1"/>
          </p:cNvSpPr>
          <p:nvPr>
            <p:ph idx="1"/>
          </p:nvPr>
        </p:nvSpPr>
        <p:spPr/>
        <p:txBody>
          <a:bodyPr>
            <a:normAutofit fontScale="70000" lnSpcReduction="20000"/>
          </a:bodyPr>
          <a:lstStyle/>
          <a:p>
            <a:pPr>
              <a:defRPr/>
            </a:pPr>
            <a:r>
              <a:rPr lang="ko-KR" altLang="en-US"/>
              <a:t>미래사회에서는 AI, 빅데이터, 사물인터넷, 스마트시티, 생체인식 기술이 더욱 발전할 것으로 예상괸다. 이러한 기술은 생활을 편리하게 만들지만, 동시에 더 많은 개인정보를 수집하게 된다.</a:t>
            </a:r>
            <a:endParaRPr lang="ko-KR" altLang="en-US"/>
          </a:p>
          <a:p>
            <a:pPr>
              <a:defRPr/>
            </a:pPr>
            <a:endParaRPr lang="ko-KR" altLang="en-US"/>
          </a:p>
          <a:p>
            <a:pPr>
              <a:defRPr/>
            </a:pPr>
            <a:r>
              <a:rPr lang="ko-KR" altLang="en-US"/>
              <a:t>AI 서비스는 사용자의 대화 내용, 검색 기록, 사진, 음성, 취향 데이터를 분석할 수 있다. 스마트시티는 CCTV, 교통카드, 위치정보, IoT 센서를 통해 사람들의 이동과 생활 패턴을 파악할 수 있음. 생체인식 기술은 얼굴, 지문, 홍채, 음성 같은 민감한 정보를 사용한다.</a:t>
            </a:r>
            <a:endParaRPr lang="ko-KR" altLang="en-US"/>
          </a:p>
          <a:p>
            <a:pPr>
              <a:defRPr/>
            </a:pPr>
            <a:endParaRPr lang="ko-KR" altLang="en-US"/>
          </a:p>
          <a:p>
            <a:pPr>
              <a:defRPr/>
            </a:pPr>
            <a:r>
              <a:rPr lang="ko-KR" altLang="en-US"/>
              <a:t>문제는 이러한 정보들이 서로 결합될 때 개인의 삶이 매우 자세하게 드러날 수 있다는 점이다. 단순한 이름이나 전화번호보다 위치, 소비 습관, 건강 정보, 정치 성향, 유전정보 등이 결합되면 개인을 예측하고 통제하는 데까지 악용될 수 있다.</a:t>
            </a:r>
            <a:endParaRPr lang="ko-KR" altLang="en-US"/>
          </a:p>
          <a:p>
            <a:pPr>
              <a:defRPr/>
            </a:pPr>
            <a:endParaRPr lang="ko-KR" altLang="en-US"/>
          </a:p>
          <a:p>
            <a:pPr>
              <a:defRPr/>
            </a:pPr>
            <a:r>
              <a:rPr lang="ko-KR" altLang="en-US"/>
              <a:t>따라서 미래사회에서 개인정보 유출은 단순한 해킹 문제가 아니라 인간의 자유, 사생활, 권리, 사회적 신뢰와 연결된 문제로 커질 가능성이 있다.</a:t>
            </a:r>
            <a:endParaRPr lang="ko-KR" alt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a:defRPr/>
            </a:pPr>
            <a:r>
              <a:rPr lang="ko-KR" altLang="en-US"/>
              <a:t>기업 차원의 해결법</a:t>
            </a:r>
            <a:endParaRPr lang="ko-KR" altLang="en-US"/>
          </a:p>
        </p:txBody>
      </p:sp>
      <p:sp>
        <p:nvSpPr>
          <p:cNvPr id="3" name="내용 개체 틀 2"/>
          <p:cNvSpPr>
            <a:spLocks noGrp="1"/>
          </p:cNvSpPr>
          <p:nvPr>
            <p:ph idx="1"/>
          </p:nvPr>
        </p:nvSpPr>
        <p:spPr/>
        <p:txBody>
          <a:bodyPr>
            <a:normAutofit fontScale="85000" lnSpcReduction="20000"/>
          </a:bodyPr>
          <a:lstStyle/>
          <a:p>
            <a:pPr>
              <a:defRPr/>
            </a:pPr>
            <a:r>
              <a:rPr lang="ko-KR" altLang="en-US"/>
              <a:t>기업은 개인정보를 암호화하고, 꼭 필요한 정보만 수집해야 한다. 또한 직원과 관리자의 접근 권한을 최소화하고, 서버 보안 점검과 보안 업데이트를 꾸준히 해야 한다.</a:t>
            </a:r>
            <a:endParaRPr lang="ko-KR" altLang="en-US"/>
          </a:p>
          <a:p>
            <a:pPr>
              <a:defRPr/>
            </a:pPr>
            <a:endParaRPr lang="ko-KR" altLang="en-US"/>
          </a:p>
          <a:p>
            <a:pPr>
              <a:defRPr/>
            </a:pPr>
            <a:r>
              <a:rPr lang="ko-KR" altLang="en-US"/>
              <a:t>개발 단계에서부터 개인정보 보호를 고려하는 보안 설계가 필요하다. 예를 들어 데이터 최소 수집, 접근 권한 제한, 로그 관리, 침입 탐지 시스템, 보안 코딩, API 인증 강화 등이 필요하다.</a:t>
            </a:r>
            <a:endParaRPr lang="ko-KR" altLang="en-US"/>
          </a:p>
          <a:p>
            <a:pPr>
              <a:defRPr/>
            </a:pPr>
            <a:endParaRPr lang="ko-KR" altLang="en-US"/>
          </a:p>
          <a:p>
            <a:pPr>
              <a:defRPr/>
            </a:pPr>
            <a:r>
              <a:rPr lang="ko-KR" altLang="en-US"/>
              <a:t>하지만 기업 입장에서는 보안 강화에 비용이 들고 개발 속도가 느려질 수 있다. 특히 작은 기업은 전문 보안 인력을 확보하기 어려울 수 있다. 그럼에도 개인정보 유출이 발생했을 때의 피해가 훨씬 크기 때문에 보안은 선택이 아니라 필수다.</a:t>
            </a:r>
            <a:endParaRPr lang="ko-KR" alt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a:defRPr/>
            </a:pPr>
            <a:r>
              <a:rPr lang="ko-KR" altLang="en-US"/>
              <a:t>국가와 사회 차원의 해결법</a:t>
            </a:r>
            <a:endParaRPr lang="ko-KR" altLang="en-US"/>
          </a:p>
        </p:txBody>
      </p:sp>
      <p:sp>
        <p:nvSpPr>
          <p:cNvPr id="3" name="내용 개체 틀 2"/>
          <p:cNvSpPr>
            <a:spLocks noGrp="1"/>
          </p:cNvSpPr>
          <p:nvPr>
            <p:ph idx="1"/>
          </p:nvPr>
        </p:nvSpPr>
        <p:spPr/>
        <p:txBody>
          <a:bodyPr>
            <a:normAutofit fontScale="85000" lnSpcReduction="20000"/>
          </a:bodyPr>
          <a:lstStyle/>
          <a:p>
            <a:pPr>
              <a:defRPr/>
            </a:pPr>
            <a:r>
              <a:rPr lang="ko-KR" altLang="en-US"/>
              <a:t>국가는 개인정보 보호법을 강화하고, 개인정보를 부실하게 관리한 기업에 대한 처벌과 감독을 강화해야 한다. 또한 국민들이 피싱, 보이스피싱, 계정 탈취를 예방할 수 있도록 보안 교육을 확대해야 한다.</a:t>
            </a:r>
            <a:endParaRPr lang="ko-KR" altLang="en-US"/>
          </a:p>
          <a:p>
            <a:pPr>
              <a:defRPr/>
            </a:pPr>
            <a:endParaRPr lang="ko-KR" altLang="en-US"/>
          </a:p>
          <a:p>
            <a:pPr>
              <a:defRPr/>
            </a:pPr>
            <a:r>
              <a:rPr lang="ko-KR" altLang="en-US"/>
              <a:t>개인정보는 국경을 넘어 이동하기 때문에 국제 협력도 필요하다. 한 나라의 법만으로는 글로벌 플랫폼과 해외 서버에서 발생하는 개인정보 문제를 해결하기 어렵다.</a:t>
            </a:r>
            <a:endParaRPr lang="ko-KR" altLang="en-US"/>
          </a:p>
          <a:p>
            <a:pPr>
              <a:defRPr/>
            </a:pPr>
            <a:endParaRPr lang="ko-KR" altLang="en-US"/>
          </a:p>
          <a:p>
            <a:pPr>
              <a:defRPr/>
            </a:pPr>
            <a:r>
              <a:rPr lang="ko-KR" altLang="en-US"/>
              <a:t>다만 규제가 지나치게 강해지면 기업의 기술 개발과 데이터 활용이 위축될 수 있다. 따라서 개인정보 보호와 기술 발전 사이의 균형이 필요하다.</a:t>
            </a:r>
            <a:endParaRPr lang="ko-KR" alt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a:defRPr/>
            </a:pPr>
            <a:r>
              <a:rPr lang="ko-KR" altLang="en-US"/>
              <a:t>개인 차원의 해결법</a:t>
            </a:r>
            <a:endParaRPr lang="ko-KR" altLang="en-US"/>
          </a:p>
        </p:txBody>
      </p:sp>
      <p:sp>
        <p:nvSpPr>
          <p:cNvPr id="3" name="내용 개체 틀 2"/>
          <p:cNvSpPr>
            <a:spLocks noGrp="1"/>
          </p:cNvSpPr>
          <p:nvPr>
            <p:ph idx="1"/>
          </p:nvPr>
        </p:nvSpPr>
        <p:spPr/>
        <p:txBody>
          <a:bodyPr/>
          <a:lstStyle/>
          <a:p>
            <a:pPr>
              <a:defRPr/>
            </a:pPr>
            <a:r>
              <a:rPr lang="ko-KR" altLang="en-US"/>
              <a:t>개인은 사이트마다 다른 비밀번호를 사용하고, 가능하면 2단계 인증을 설정해야 한다. 수상한 문자나 이메일 링크를 함부로 누르지 않아야 하며, 꼭 필요하지 않은 개인정보는 제공하지 않는 습관이 필요하다.</a:t>
            </a:r>
            <a:endParaRPr lang="ko-KR" altLang="en-US"/>
          </a:p>
          <a:p>
            <a:pPr>
              <a:defRPr/>
            </a:pPr>
            <a:endParaRPr lang="ko-KR" altLang="en-US"/>
          </a:p>
          <a:p>
            <a:pPr>
              <a:defRPr/>
            </a:pPr>
            <a:r>
              <a:rPr lang="ko-KR" altLang="en-US"/>
              <a:t>하지만 개인의 노력만으로는 한계가 있다. 사용자가 조심하더라도 기업 서버가 해킹당하거나 서비스 자체의 보안 설계가 부실하면 개인정보가 유출될 수 있다.</a:t>
            </a:r>
            <a:endParaRPr lang="ko-KR" alt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a:defRPr/>
            </a:pPr>
            <a:r>
              <a:rPr lang="ko-KR" altLang="en-US"/>
              <a:t>나의 의견</a:t>
            </a:r>
            <a:endParaRPr lang="ko-KR" altLang="en-US"/>
          </a:p>
        </p:txBody>
      </p:sp>
      <p:sp>
        <p:nvSpPr>
          <p:cNvPr id="3" name="내용 개체 틀 2"/>
          <p:cNvSpPr>
            <a:spLocks noGrp="1"/>
          </p:cNvSpPr>
          <p:nvPr>
            <p:ph idx="1"/>
          </p:nvPr>
        </p:nvSpPr>
        <p:spPr/>
        <p:txBody>
          <a:bodyPr>
            <a:normAutofit fontScale="70000" lnSpcReduction="20000"/>
          </a:bodyPr>
          <a:lstStyle/>
          <a:p>
            <a:pPr>
              <a:defRPr/>
            </a:pPr>
            <a:r>
              <a:rPr lang="ko-KR" altLang="en-US"/>
              <a:t>개인정보 유출 문제는 단순한 기술 문제가 아니라 미래사회에서 인간의 권리와 사회적 신뢰를 지키는 문제라고 생각한다.</a:t>
            </a:r>
            <a:endParaRPr lang="ko-KR" altLang="en-US"/>
          </a:p>
          <a:p>
            <a:pPr>
              <a:defRPr/>
            </a:pPr>
            <a:endParaRPr lang="ko-KR" altLang="en-US"/>
          </a:p>
          <a:p>
            <a:pPr>
              <a:defRPr/>
            </a:pPr>
            <a:r>
              <a:rPr lang="ko-KR" altLang="en-US"/>
              <a:t>앞으로 사회가 더 디지털화될수록 개인정보는 더 많이 수집될 것이고</a:t>
            </a:r>
            <a:r>
              <a:rPr lang="en-US" altLang="ko-KR"/>
              <a:t>,</a:t>
            </a:r>
            <a:r>
              <a:rPr lang="ko-KR" altLang="en-US"/>
              <a:t> AI, 스마트시티, 생체인식 기술이 발전할수록 개인정보는 더 중요한 자원이 되지만, 동시에 유출되었을 때의 피해도 더 커질 것이다.</a:t>
            </a:r>
            <a:endParaRPr lang="ko-KR" altLang="en-US"/>
          </a:p>
          <a:p>
            <a:pPr>
              <a:defRPr/>
            </a:pPr>
            <a:endParaRPr lang="ko-KR" altLang="en-US"/>
          </a:p>
          <a:p>
            <a:pPr>
              <a:defRPr/>
            </a:pPr>
            <a:r>
              <a:rPr lang="ko-KR" altLang="en-US"/>
              <a:t>특히 개발자와 기업은 기능을 빠르게 만드는 것만 중요하게 생각해서는 안 괸다. 처음부터 개인정보를 적게 수집하고, 안전하게 저장하며, 필요가 없어지면 확실하게 삭제하는 구조를 만들어야 한다.</a:t>
            </a:r>
            <a:endParaRPr lang="ko-KR" altLang="en-US"/>
          </a:p>
          <a:p>
            <a:pPr>
              <a:defRPr/>
            </a:pPr>
            <a:endParaRPr lang="ko-KR" altLang="en-US"/>
          </a:p>
          <a:p>
            <a:pPr>
              <a:defRPr/>
            </a:pPr>
            <a:r>
              <a:rPr lang="ko-KR" altLang="en-US"/>
              <a:t>나의 생각으로는 미래의 좋은 기술은 단순히 편리한 기술이 아니라 사람의 정보를 존중하고 안전하게 보호하는 기술이다. 개인정보 보호는 선택 사항이 아니라 디지털 사회가 유지되기 위한 기본 조건이라고 본다.</a:t>
            </a:r>
            <a:endParaRPr lang="ko-KR" alt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
  <ep:Words>1078</ep:Words>
  <ep:PresentationFormat>화면 슬라이드 쇼(4:3)</ep:PresentationFormat>
  <ep:Paragraphs>57</ep:Paragraphs>
  <ep:Slides>13</ep:Slides>
  <ep:Notes>0</ep:Notes>
  <ep:TotalTime>0</ep:TotalTime>
  <ep:HiddenSlides>0</ep:HiddenSlides>
  <ep:MMClips>0</ep:MMClips>
  <ep:HeadingPairs>
    <vt:vector size="4" baseType="variant">
      <vt:variant>
        <vt:lpstr>테마</vt:lpstr>
      </vt:variant>
      <vt:variant>
        <vt:i4>1</vt:i4>
      </vt:variant>
      <vt:variant>
        <vt:lpstr>슬라이드 제목</vt:lpstr>
      </vt:variant>
      <vt:variant>
        <vt:i4>13</vt:i4>
      </vt:variant>
    </vt:vector>
  </ep:HeadingPairs>
  <ep:TitlesOfParts>
    <vt:vector size="14" baseType="lpstr">
      <vt:lpstr>한컴오피스</vt:lpstr>
      <vt:lpstr>개인정보 유출 문제</vt:lpstr>
      <vt:lpstr>목차</vt:lpstr>
      <vt:lpstr>개인정보란?</vt:lpstr>
      <vt:lpstr>개인정보 유출이란?</vt:lpstr>
      <vt:lpstr>2017년 미국 Equifax 개인정보 유출 사건</vt:lpstr>
      <vt:lpstr>2018년 페이스북·케임브리지 애널리티카 개인정보 유출 사건</vt:lpstr>
      <vt:lpstr>2023년 23andMe 유전자 정보 유출 사건</vt:lpstr>
      <vt:lpstr>개인정보 유출로 인해 발생할 수 있는 문제</vt:lpstr>
      <vt:lpstr>미래사회와 개인정보</vt:lpstr>
      <vt:lpstr>기업 차원의 해결법</vt:lpstr>
      <vt:lpstr>국가와 사회 차원의 해결법</vt:lpstr>
      <vt:lpstr>개인 차원의 해결법</vt:lpstr>
      <vt:lpstr>나의 의견</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2026-05-13T21:22:02.204</dcterms:created>
  <dc:creator>user</dc:creator>
  <cp:lastModifiedBy>user</cp:lastModifiedBy>
  <dcterms:modified xsi:type="dcterms:W3CDTF">2026-05-13T22:02:50.996</dcterms:modified>
  <cp:revision>7</cp:revision>
  <dc:title>개인정보</dc:title>
  <cp:version>1100.0100.01</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