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미국 뉴욕시의 중남미 이주민 증가와 문화 갈등 및 공존 방안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1. 사례 소개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/>
              <a:t>최근 중남미 지역의 많은 사람들이 미국으로 이주하고 있으며, 뉴욕에도 다수의 이주민과 망명 신청자가 정착하고 있다. 이 사례는 언어와 생활문화의 차이로 실제 갈등이 발생하고 있으며, 이에 대한 정책도 시행되고 있어 선정하였다.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이주의 원인·유형 및 영향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ko-KR" altLang="en-US"/>
              <a:t>중남미인의 미국 이주는 크게 경제적 어려움과 일자리 부족, 정치적 불안·범죄·폭력 때문에 발생한다.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이는 국가의 경계를 넘는 국제이주이며, 일자리를 찾는 자발적 이주와 위험을 피해 이동하는 비자발적 이주가 함께 나타나는 것이 특징이다.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지구적 영향으로는 미국과 중남미 국가 사이에서 국경 관리와 난민 보호 문제가 중요해졌다. 국지적 영향으로는 뉴욕의 학교·주거·복지시설 이용자가 증가하면서 행정 부담과 지역사회의 변화가 나타났다.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문화적 갈등과 실제 해결 사례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ko-KR" altLang="en-US"/>
              <a:t>중남미 이주민 중에는 스페인어 사용자가 많아 영어 중심의 학교·행정·의료 서비스를 이용할 때 어려움을 겪는다. 또한 짧은 기간에 이주민이 증가하면서 보호시설 설치와 공공시설 이용을 둘러싸고 일부 지역 주민과 갈등도 발생하였다.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뉴욕시는 이를 완화하기 위해 다국어 행정서비스와 통역서비스를 제공하고, 학교에서는 이주 학생의 언어교육과 적응을 지원하는 Project Open Arms를 운영하고 있다. 이러한 정책은 언어 장벽과 사회적 단절을 줄이는 데 도움을 준다.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문화 공존을 위한 해결방안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ko-KR" altLang="en-US"/>
              <a:t>실행 주체: 뉴욕시 정부, 학교, 지역사회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실행 방법: 이주민에게 영어와 지역 생활규칙을 교육하고, 기존 주민에게도 중남미 문화와 이주 배경을 알리는 교육을 실시한다. 학교에서는 이주 학생과 기존 학생을 연결하는 또래 프로그램과 공동 문화·체육활동을 확대한다.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기대 효과: 언어와 문화 차이에서 발생하는 오해를 줄이고, 이주민과 기존 주민의 교류를 늘려 서로를 지역사회의 구성원으로 받아들이는 데 도움이 될 것이다.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참고 자료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U.S. Census Bureau, American Community Survey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New York City, Project Open Arms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NYC Mayor's Office of Immigrant Affairs, Language Access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Migration Policy Institute, 중남미 이주 관련 자료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243</ep:Words>
  <ep:PresentationFormat>화면 슬라이드 쇼(4:3)</ep:PresentationFormat>
  <ep:Paragraphs>19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한컴오피스</vt:lpstr>
      <vt:lpstr>미국 뉴욕시의 중남미 이주민 증가와 문화 갈등 및 공존 방안</vt:lpstr>
      <vt:lpstr>1. 사례 소개</vt:lpstr>
      <vt:lpstr>이주의 원인·유형 및 영향</vt:lpstr>
      <vt:lpstr>문화적 갈등과 실제 해결 사례</vt:lpstr>
      <vt:lpstr>문화 공존을 위한 해결방안</vt:lpstr>
      <vt:lpstr>참고 자료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2026-10-01T16:08:35.874</dcterms:created>
  <dc:creator>user</dc:creator>
  <cp:lastModifiedBy>user</cp:lastModifiedBy>
  <dcterms:modified xsi:type="dcterms:W3CDTF">2026-10-01T16:21:46.423</dcterms:modified>
  <cp:revision>3</cp:revision>
  <dc:title>미국 뉴욕시의 중남미 이주민 증가에 따른 언어·지역사회 문화 갈등과 공존 방안</dc:title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